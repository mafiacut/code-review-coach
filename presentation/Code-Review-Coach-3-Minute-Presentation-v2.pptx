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20 seconds.
Introduce the project as a local static-analysis coach for Git diffs, created for the IBM Bob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seconds.
Walk through the unsafe line, the high-severity finding, and the recommended subprocess.run replacement. Emphasize that the coach provides the file, line, explanation, and fix without executing the submitted code.
Source: bundled Demo 1 and analyzer/rules.py.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seconds.
Walk left to right. Highlight the hunk-aware parser and explicit registry because they make context handling predictable and rule behavior maintainable.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seconds.
Explain that one engine powers every interface. Mention the test count and bilingual support as evidence that the prototype is ready to demonstrate and share.
Source: local test suite and package verification completed on 2026-09-26.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seconds.
Credit both tools clearly. Close by opening the dirty demo, switching to Spanish, then showing the clean demo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 COACH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fiaCut/code-review-coach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132C49"/>
          </a:solidFill>
          <a:ln w="12700">
            <a:solidFill>
              <a:srgbClr val="132C49"/>
            </a:solidFill>
            <a:prstDash val="solid"/>
          </a:ln>
        </p:spPr>
      </p:sp>
      <p:pic>
        <p:nvPicPr>
          <p:cNvPr id="3" name="Image 0" descr="C:\Users\20032\OneDrive\Escritorio\Nueva carpeta (2)\code-review-coach\Bob-sessions\Captura de pantalla 2026-09-26 172925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903720" y="1042416"/>
            <a:ext cx="5074920" cy="35295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03720" y="1042416"/>
            <a:ext cx="5074920" cy="3529584"/>
          </a:xfrm>
          <a:prstGeom prst="rect">
            <a:avLst/>
          </a:prstGeom>
          <a:solidFill>
            <a:srgbClr val="0E2036">
              <a:alpha val="38000"/>
            </a:srgbClr>
          </a:solidFill>
          <a:ln w="12700">
            <a:solidFill>
              <a:srgbClr val="466582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95097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D2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1325880"/>
            <a:ext cx="5943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Coach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76656" y="3218688"/>
            <a:ext cx="5440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7E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explainable review of Git diffs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76656" y="5340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A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Hackathon prototype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" y="5715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•  Local-first  •  English and Spanish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 example: command injection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Python handler sends user input directly to the operating system shell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536"/>
                </a:solidFill>
              </a:rPr>
              <a:t>Added code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A4A"/>
                </a:solidFill>
              </a:rPr>
              <a:t>os.system(cmd)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13232" y="2907792"/>
            <a:ext cx="32004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cmd comes from a request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The shell interprets its content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An attacker can append commands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The risk may reach production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0" cy="4297680"/>
          </a:xfrm>
          <a:prstGeom prst="line">
            <a:avLst/>
          </a:prstGeom>
          <a:noFill/>
          <a:ln w="19050">
            <a:solidFill>
              <a:srgbClr val="CBD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536"/>
                </a:solidFill>
              </a:rPr>
              <a:t>Coach finding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1965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E69B32"/>
                </a:solidFill>
              </a:rPr>
              <a:t>HIGH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736592" y="2907792"/>
            <a:ext cx="3401568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Category: Unsafe Input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Risk: command injection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File and line included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Fix explained in plain language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49640" y="1508760"/>
            <a:ext cx="2834640" cy="4160520"/>
          </a:xfrm>
          <a:prstGeom prst="roundRect">
            <a:avLst>
              <a:gd name="adj" fmla="val 1935"/>
            </a:avLst>
          </a:prstGeom>
          <a:solidFill>
            <a:srgbClr val="E8F2FD"/>
          </a:solidFill>
          <a:ln w="15240">
            <a:solidFill>
              <a:srgbClr val="B8D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7968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67C0"/>
                </a:solidFill>
              </a:rPr>
              <a:t>Recommended fix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87968" y="2487168"/>
            <a:ext cx="21488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536"/>
                </a:solidFill>
              </a:rPr>
              <a:t>Use subprocess.run() with an argument list.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52536"/>
                </a:solidFill>
              </a:rPr>
              <a:t>Keep shell=False and validate user-controlled values.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96528" y="510235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8"/>
                </a:solidFill>
              </a:rPr>
              <a:t>Rule: unsafe input. Deterministic and offline.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deterministic pipeline turns untrusted diff text into an explainable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0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8F2FD"/>
          </a:solidFill>
          <a:ln w="15240">
            <a:solidFill>
              <a:srgbClr val="1867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572768"/>
            <a:ext cx="640080" cy="640080"/>
          </a:xfrm>
          <a:prstGeom prst="ellipse">
            <a:avLst/>
          </a:prstGeom>
          <a:solidFill>
            <a:srgbClr val="1867C0"/>
          </a:solidFill>
          <a:ln w="12700">
            <a:solidFill>
              <a:srgbClr val="1867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67C0"/>
                </a:solidFill>
              </a:rPr>
              <a:t>Git diff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CLI, web API, or PR webhook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96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DF0F4"/>
          </a:solidFill>
          <a:ln w="15240">
            <a:solidFill>
              <a:srgbClr val="1525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72768"/>
            <a:ext cx="640080" cy="640080"/>
          </a:xfrm>
          <a:prstGeom prst="ellipse">
            <a:avLst/>
          </a:prstGeom>
          <a:solidFill>
            <a:srgbClr val="152536"/>
          </a:solidFill>
          <a:ln w="12700">
            <a:solidFill>
              <a:srgbClr val="152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80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536"/>
                </a:solidFill>
              </a:rPr>
              <a:t>Hunk parser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Tracks added, removed, and context lines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82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02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FFF2DA"/>
          </a:solidFill>
          <a:ln w="15240">
            <a:solidFill>
              <a:srgbClr val="A466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572768"/>
            <a:ext cx="640080" cy="640080"/>
          </a:xfrm>
          <a:prstGeom prst="ellipse">
            <a:avLst/>
          </a:prstGeom>
          <a:solidFill>
            <a:srgbClr val="A46612"/>
          </a:solidFill>
          <a:ln w="12700">
            <a:solidFill>
              <a:srgbClr val="A466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46612"/>
                </a:solidFill>
              </a:rPr>
              <a:t>Typed rules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Nine explicit security and quality checks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68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88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7F5F0"/>
          </a:solidFill>
          <a:ln w="15240">
            <a:solidFill>
              <a:srgbClr val="24A4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572768"/>
            <a:ext cx="640080" cy="640080"/>
          </a:xfrm>
          <a:prstGeom prst="ellipse">
            <a:avLst/>
          </a:prstGeom>
          <a:solidFill>
            <a:srgbClr val="24A47A"/>
          </a:solidFill>
          <a:ln w="12700">
            <a:solidFill>
              <a:srgbClr val="24A4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52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A47A"/>
                </a:solidFill>
              </a:rPr>
              <a:t>Review result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Severity, explanation, fix, and summary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54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74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DEBFA"/>
          </a:solidFill>
          <a:ln w="15240">
            <a:solidFill>
              <a:srgbClr val="6252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2720" y="1572768"/>
            <a:ext cx="640080" cy="640080"/>
          </a:xfrm>
          <a:prstGeom prst="ellipse">
            <a:avLst/>
          </a:prstGeom>
          <a:solidFill>
            <a:srgbClr val="6252A3"/>
          </a:solidFill>
          <a:ln w="12700">
            <a:solidFill>
              <a:srgbClr val="6252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38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52A3"/>
                </a:solidFill>
              </a:rPr>
              <a:t>Delivery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75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Terminal, browser, JSON, or GitHub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14400" y="4709160"/>
            <a:ext cx="102870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3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4983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A4A"/>
                </a:solidFill>
              </a:rPr>
              <a:t>Security boundary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816352" y="491947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536"/>
                </a:solidFill>
              </a:rPr>
              <a:t>Diffs remain text. The engine never imports or executes submitted code. The API rejects payloads above 500 KB.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 and product surfaces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supports local use, automation, and bilingual output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536"/>
                </a:solidFill>
              </a:rPr>
              <a:t>Nine rule categories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" y="1965960"/>
            <a:ext cx="1993392" cy="0"/>
          </a:xfrm>
          <a:prstGeom prst="line">
            <a:avLst/>
          </a:prstGeom>
          <a:noFill/>
          <a:ln w="50800">
            <a:solidFill>
              <a:srgbClr val="1867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76272"/>
            <a:ext cx="2057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Exposed secrets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Unsafe input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Error handling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090672" y="1965960"/>
            <a:ext cx="1993392" cy="0"/>
          </a:xfrm>
          <a:prstGeom prst="line">
            <a:avLst/>
          </a:prstGeom>
          <a:noFill/>
          <a:ln w="50800">
            <a:solidFill>
              <a:srgbClr val="E69B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2176272"/>
            <a:ext cx="2057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Likely bugs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Weak tests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Sensitive logging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0" y="1965960"/>
            <a:ext cx="1993392" cy="0"/>
          </a:xfrm>
          <a:prstGeom prst="line">
            <a:avLst/>
          </a:prstGeom>
          <a:noFill/>
          <a:ln w="50800">
            <a:solidFill>
              <a:srgbClr val="D6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176272"/>
            <a:ext cx="2057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Dangerous deserialization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Path traversal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Insecure dependencies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0" cy="4389120"/>
          </a:xfrm>
          <a:prstGeom prst="line">
            <a:avLst/>
          </a:prstGeom>
          <a:noFill/>
          <a:ln w="15240">
            <a:solidFill>
              <a:srgbClr val="CBD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4A47A"/>
                </a:solidFill>
              </a:rPr>
              <a:t>183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49056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536"/>
                </a:solidFill>
              </a:rPr>
              <a:t>automated tests passing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852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67C0"/>
                </a:solidFill>
              </a:rPr>
              <a:t>EN  /  ES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449056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536"/>
                </a:solidFill>
              </a:rPr>
              <a:t>UI, CLI, API, and findings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206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252A3"/>
                </a:solidFill>
              </a:rPr>
              <a:t>Installable package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449056" y="47091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CLI and web entry points verified in the built wheel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76656" y="5074920"/>
            <a:ext cx="1133856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3892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38528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5138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93008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5138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47488" y="5074920"/>
            <a:ext cx="1755648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513892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requirements.txt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0296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5138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package.json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Bob prototype to shareable repository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 built the product foundation. Codex completed the architecture and release-quality pass</a:t>
            </a:r>
            <a:endParaRPr lang="en-US" sz="1300" dirty="0"/>
          </a:p>
        </p:txBody>
      </p:sp>
      <p:pic>
        <p:nvPicPr>
          <p:cNvPr id="4" name="Image 0" descr="C:\Users\20032\OneDrive\Escritorio\Nueva carpeta (2)\code-review-coach\Bob-sessions\Captura de pantalla 2026-09-26 173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4983480" cy="3465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417320"/>
            <a:ext cx="4983480" cy="3465576"/>
          </a:xfrm>
          <a:prstGeom prst="rect">
            <a:avLst/>
          </a:prstGeom>
          <a:solidFill>
            <a:srgbClr val="0E2036">
              <a:alpha val="14000"/>
            </a:srgbClr>
          </a:solidFill>
          <a:ln w="12700">
            <a:solidFill>
              <a:srgbClr val="899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5102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67C0"/>
                </a:solidFill>
              </a:rPr>
              <a:t>IBM Bob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55648" y="508406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536"/>
                </a:solidFill>
              </a:rPr>
              <a:t>Core analyzer, web experience, Spanish support, demos, and initial tests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08192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A47A"/>
                </a:solidFill>
              </a:rPr>
              <a:t>Codex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44768" y="2011680"/>
            <a:ext cx="502920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Packaged the CLI, web app, demos, and UI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Added hunk-aware parsing and isolated context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Introduced the typed rule registry and category catalog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Expanded verification to 183 tests and checked the wheel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Committed and pushed the finished repository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08192" y="5239512"/>
            <a:ext cx="5138928" cy="585216"/>
          </a:xfrm>
          <a:prstGeom prst="roundRect">
            <a:avLst>
              <a:gd name="adj" fmla="val 6250"/>
            </a:avLst>
          </a:prstGeom>
          <a:solidFill>
            <a:srgbClr val="0E2036"/>
          </a:solidFill>
          <a:ln w="12700">
            <a:solidFill>
              <a:srgbClr val="0E2036"/>
            </a:solidFill>
            <a:prstDash val="solid"/>
          </a:ln>
        </p:spPr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6364224" y="5404104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github.com/MafiaCut/code-review-coach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IBM Bob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Code Review Coach</dc:title>
  <dc:subject>Three-minute project presentation</dc:subject>
  <dc:creator>Code Review Coach team</dc:creator>
  <cp:lastModifiedBy>Code Review Coach team</cp:lastModifiedBy>
  <cp:revision>1</cp:revision>
  <dcterms:created xsi:type="dcterms:W3CDTF">2026-09-26T21:04:12Z</dcterms:created>
  <dcterms:modified xsi:type="dcterms:W3CDTF">2026-09-26T21:04:12Z</dcterms:modified>
</cp:coreProperties>
</file>