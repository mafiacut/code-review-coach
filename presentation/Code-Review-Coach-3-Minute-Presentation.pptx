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20 seconds.
Introduce the project as a local static-analysis coach for Git diffs, created for the IBM Bob Hackathon.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35 seconds.
The comparison uses the repository's repeatable synthetic Demo 1. The value is speed on routine checks, while human judgment remains essential.
Source: local README.md, Demo script and manual review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40 seconds.
Walk left to right. Highlight the hunk-aware parser and explicit registry because they make context handling predictable and rule behavior maintainable.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35 seconds.
Explain that one engine powers every interface. Mention the test count and bilingual support as evidence that the prototype is ready to demonstrate and share.
Source: local test suite and package verification completed on 2026-09-26.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40 seconds.
Credit both tools clearly. Close by opening the dirty demo, switching to Spanish, then showing the clean demo if time permits.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338560" cy="0"/>
          </a:xfrm>
          <a:prstGeom prst="line">
            <a:avLst/>
          </a:prstGeom>
          <a:noFill/>
          <a:ln w="12700">
            <a:solidFill>
              <a:srgbClr val="D7DC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REVIEW COACH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fiaCut/code-review-coach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0"/>
            <a:ext cx="4736592" cy="6858000"/>
          </a:xfrm>
          <a:prstGeom prst="rect">
            <a:avLst/>
          </a:prstGeom>
          <a:solidFill>
            <a:srgbClr val="132C49"/>
          </a:solidFill>
          <a:ln w="12700">
            <a:solidFill>
              <a:srgbClr val="132C49"/>
            </a:solidFill>
            <a:prstDash val="solid"/>
          </a:ln>
        </p:spPr>
      </p:sp>
      <p:pic>
        <p:nvPicPr>
          <p:cNvPr id="3" name="Image 0" descr="C:\Users\20032\OneDrive\Escritorio\Nueva carpeta (2)\code-review-coach\Bob-sessions\Captura de pantalla 2026-09-26 172925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903720" y="1042416"/>
            <a:ext cx="5074920" cy="35295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03720" y="1042416"/>
            <a:ext cx="5074920" cy="3529584"/>
          </a:xfrm>
          <a:prstGeom prst="rect">
            <a:avLst/>
          </a:prstGeom>
          <a:solidFill>
            <a:srgbClr val="0E2036">
              <a:alpha val="38000"/>
            </a:srgbClr>
          </a:solidFill>
          <a:ln w="12700">
            <a:solidFill>
              <a:srgbClr val="466582">
                <a:alpha val="7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95097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D2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1792" y="1325880"/>
            <a:ext cx="5943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Review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Coach</a:t>
            </a:r>
            <a:endParaRPr lang="en-US" sz="4300" dirty="0"/>
          </a:p>
        </p:txBody>
      </p:sp>
      <p:sp>
        <p:nvSpPr>
          <p:cNvPr id="7" name="Text 4"/>
          <p:cNvSpPr/>
          <p:nvPr/>
        </p:nvSpPr>
        <p:spPr>
          <a:xfrm>
            <a:off x="676656" y="3218688"/>
            <a:ext cx="5440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7E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Fast, explainable review of Git diffs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76656" y="53400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A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Bob Hackathon prototype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76656" y="5715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9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 •  Local-first  •  English and Spanish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5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review gap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synthetic auth-service diff shows where automation saves reviewer time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536"/>
                </a:solidFill>
              </a:rPr>
              <a:t>Manual first pass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58368" y="19659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D64A4A"/>
                </a:solidFill>
              </a:rPr>
              <a:t>~11 min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713232" y="2907792"/>
            <a:ext cx="320040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D6B78"/>
                </a:solidFill>
              </a:rPr>
              <a:t>Scan credentials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D6B78"/>
                </a:solidFill>
              </a:rPr>
              <a:t>Check injection risks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D6B78"/>
                </a:solidFill>
              </a:rPr>
              <a:t>Review errors and tests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D6B78"/>
                </a:solidFill>
              </a:rPr>
              <a:t>Write actionable comments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51960" y="1417320"/>
            <a:ext cx="0" cy="4297680"/>
          </a:xfrm>
          <a:prstGeom prst="line">
            <a:avLst/>
          </a:prstGeom>
          <a:noFill/>
          <a:ln w="19050">
            <a:solidFill>
              <a:srgbClr val="CBD3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536"/>
                </a:solidFill>
              </a:rPr>
              <a:t>Code Review Coach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63440" y="19659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24A47A"/>
                </a:solidFill>
              </a:rPr>
              <a:t>&lt;5 ms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4736592" y="2907792"/>
            <a:ext cx="3401568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D6B78"/>
                </a:solidFill>
              </a:rPr>
              <a:t>Produces severity, file and line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D6B78"/>
                </a:solidFill>
              </a:rPr>
              <a:t>Explains why each issue matters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D6B78"/>
                </a:solidFill>
              </a:rPr>
              <a:t>Suggests a concrete fix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D6B78"/>
                </a:solidFill>
              </a:rPr>
              <a:t>Summarizes the review decision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549640" y="1508760"/>
            <a:ext cx="2834640" cy="4160520"/>
          </a:xfrm>
          <a:prstGeom prst="roundRect">
            <a:avLst>
              <a:gd name="adj" fmla="val 1935"/>
            </a:avLst>
          </a:prstGeom>
          <a:solidFill>
            <a:srgbClr val="E8F2FD"/>
          </a:solidFill>
          <a:ln w="15240">
            <a:solidFill>
              <a:srgbClr val="B8D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87968" y="1874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67C0"/>
                </a:solidFill>
              </a:rPr>
              <a:t>Reviewer outcome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87968" y="2487168"/>
            <a:ext cx="21488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2536"/>
                </a:solidFill>
              </a:rPr>
              <a:t>Mechanical scanning moves to the tool.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52536"/>
                </a:solidFill>
              </a:rPr>
              <a:t>The reviewer focuses on judgment, context, and the final decision.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96528" y="510235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78"/>
                </a:solidFill>
              </a:rPr>
              <a:t>Benchmark source: bundled Demo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5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system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deterministic pipeline turns untrusted diff text into an explainable review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0352" y="1828800"/>
            <a:ext cx="1965960" cy="2148840"/>
          </a:xfrm>
          <a:prstGeom prst="roundRect">
            <a:avLst>
              <a:gd name="adj" fmla="val 2326"/>
            </a:avLst>
          </a:prstGeom>
          <a:solidFill>
            <a:srgbClr val="E8F2FD"/>
          </a:solidFill>
          <a:ln w="15240">
            <a:solidFill>
              <a:srgbClr val="1867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572768"/>
            <a:ext cx="640080" cy="640080"/>
          </a:xfrm>
          <a:prstGeom prst="ellipse">
            <a:avLst/>
          </a:prstGeom>
          <a:solidFill>
            <a:srgbClr val="1867C0"/>
          </a:solidFill>
          <a:ln w="12700">
            <a:solidFill>
              <a:srgbClr val="1867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7190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" y="226771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67C0"/>
                </a:solidFill>
              </a:rPr>
              <a:t>Git diff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16352"/>
            <a:ext cx="156362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2536"/>
                </a:solidFill>
              </a:rPr>
              <a:t>CLI, web API, or PR webhook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496312" y="2907792"/>
            <a:ext cx="320040" cy="0"/>
          </a:xfrm>
          <a:prstGeom prst="line">
            <a:avLst/>
          </a:prstGeom>
          <a:noFill/>
          <a:ln w="25400">
            <a:solidFill>
              <a:srgbClr val="8D9AA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16352" y="1828800"/>
            <a:ext cx="1965960" cy="2148840"/>
          </a:xfrm>
          <a:prstGeom prst="roundRect">
            <a:avLst>
              <a:gd name="adj" fmla="val 2326"/>
            </a:avLst>
          </a:prstGeom>
          <a:solidFill>
            <a:srgbClr val="EDF0F4"/>
          </a:solidFill>
          <a:ln w="15240">
            <a:solidFill>
              <a:srgbClr val="1525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572768"/>
            <a:ext cx="640080" cy="640080"/>
          </a:xfrm>
          <a:prstGeom prst="ellipse">
            <a:avLst/>
          </a:prstGeom>
          <a:solidFill>
            <a:srgbClr val="152536"/>
          </a:solidFill>
          <a:ln w="12700">
            <a:solidFill>
              <a:srgbClr val="152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7190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80944" y="226771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536"/>
                </a:solidFill>
              </a:rPr>
              <a:t>Hunk parser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17520" y="2816352"/>
            <a:ext cx="156362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2536"/>
                </a:solidFill>
              </a:rPr>
              <a:t>Tracks added, removed, and context lines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782312" y="2907792"/>
            <a:ext cx="320040" cy="0"/>
          </a:xfrm>
          <a:prstGeom prst="line">
            <a:avLst/>
          </a:prstGeom>
          <a:noFill/>
          <a:ln w="25400">
            <a:solidFill>
              <a:srgbClr val="8D9AA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02352" y="1828800"/>
            <a:ext cx="1965960" cy="2148840"/>
          </a:xfrm>
          <a:prstGeom prst="roundRect">
            <a:avLst>
              <a:gd name="adj" fmla="val 2326"/>
            </a:avLst>
          </a:prstGeom>
          <a:solidFill>
            <a:srgbClr val="FFF2DA"/>
          </a:solidFill>
          <a:ln w="15240">
            <a:solidFill>
              <a:srgbClr val="A466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1572768"/>
            <a:ext cx="640080" cy="640080"/>
          </a:xfrm>
          <a:prstGeom prst="ellipse">
            <a:avLst/>
          </a:prstGeom>
          <a:solidFill>
            <a:srgbClr val="A46612"/>
          </a:solidFill>
          <a:ln w="12700">
            <a:solidFill>
              <a:srgbClr val="A466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7190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66944" y="226771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46612"/>
                </a:solidFill>
              </a:rPr>
              <a:t>Typed rules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03520" y="2816352"/>
            <a:ext cx="156362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2536"/>
                </a:solidFill>
              </a:rPr>
              <a:t>Nine explicit security and quality checks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068312" y="2907792"/>
            <a:ext cx="320040" cy="0"/>
          </a:xfrm>
          <a:prstGeom prst="line">
            <a:avLst/>
          </a:prstGeom>
          <a:noFill/>
          <a:ln w="25400">
            <a:solidFill>
              <a:srgbClr val="8D9AA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88352" y="1828800"/>
            <a:ext cx="1965960" cy="2148840"/>
          </a:xfrm>
          <a:prstGeom prst="roundRect">
            <a:avLst>
              <a:gd name="adj" fmla="val 2326"/>
            </a:avLst>
          </a:prstGeom>
          <a:solidFill>
            <a:srgbClr val="E7F5F0"/>
          </a:solidFill>
          <a:ln w="15240">
            <a:solidFill>
              <a:srgbClr val="24A4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1572768"/>
            <a:ext cx="640080" cy="640080"/>
          </a:xfrm>
          <a:prstGeom prst="ellipse">
            <a:avLst/>
          </a:prstGeom>
          <a:solidFill>
            <a:srgbClr val="24A47A"/>
          </a:solidFill>
          <a:ln w="12700">
            <a:solidFill>
              <a:srgbClr val="24A4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17190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52944" y="226771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A47A"/>
                </a:solidFill>
              </a:rPr>
              <a:t>Review result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89520" y="2816352"/>
            <a:ext cx="156362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2536"/>
                </a:solidFill>
              </a:rPr>
              <a:t>Severity, explanation, fix, and summary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354312" y="2907792"/>
            <a:ext cx="320040" cy="0"/>
          </a:xfrm>
          <a:prstGeom prst="line">
            <a:avLst/>
          </a:prstGeom>
          <a:noFill/>
          <a:ln w="25400">
            <a:solidFill>
              <a:srgbClr val="8D9AA7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74352" y="1828800"/>
            <a:ext cx="1965960" cy="2148840"/>
          </a:xfrm>
          <a:prstGeom prst="roundRect">
            <a:avLst>
              <a:gd name="adj" fmla="val 2326"/>
            </a:avLst>
          </a:prstGeom>
          <a:solidFill>
            <a:srgbClr val="EDEBFA"/>
          </a:solidFill>
          <a:ln w="15240">
            <a:solidFill>
              <a:srgbClr val="6252A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32720" y="1572768"/>
            <a:ext cx="640080" cy="640080"/>
          </a:xfrm>
          <a:prstGeom prst="ellipse">
            <a:avLst/>
          </a:prstGeom>
          <a:solidFill>
            <a:srgbClr val="6252A3"/>
          </a:solidFill>
          <a:ln w="12700">
            <a:solidFill>
              <a:srgbClr val="6252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0" y="17190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838944" y="226771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52A3"/>
                </a:solidFill>
              </a:rPr>
              <a:t>Delivery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875520" y="2816352"/>
            <a:ext cx="156362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2536"/>
                </a:solidFill>
              </a:rPr>
              <a:t>Terminal, browser, JSON, or GitHub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914400" y="4709160"/>
            <a:ext cx="1028700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3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34440" y="4983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A4A"/>
                </a:solidFill>
              </a:rPr>
              <a:t>Security boundary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816352" y="4919472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536"/>
                </a:solidFill>
              </a:rPr>
              <a:t>Diffs remain text. The engine never imports or executes submitted code. The API rejects payloads above 500 KB.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5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Coverage and product surfaces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analysis engine supports local use, automation, and bilingual output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536"/>
                </a:solidFill>
              </a:rPr>
              <a:t>Nine rule categories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94944" y="1965960"/>
            <a:ext cx="1993392" cy="0"/>
          </a:xfrm>
          <a:prstGeom prst="line">
            <a:avLst/>
          </a:prstGeom>
          <a:noFill/>
          <a:ln w="50800">
            <a:solidFill>
              <a:srgbClr val="1867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176272"/>
            <a:ext cx="2057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Exposed secrets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Unsafe input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Error handling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090672" y="1965960"/>
            <a:ext cx="1993392" cy="0"/>
          </a:xfrm>
          <a:prstGeom prst="line">
            <a:avLst/>
          </a:prstGeom>
          <a:noFill/>
          <a:ln w="50800">
            <a:solidFill>
              <a:srgbClr val="E69B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0672" y="2176272"/>
            <a:ext cx="2057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Likely bugs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Weak tests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Sensitive logging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0" y="1965960"/>
            <a:ext cx="1993392" cy="0"/>
          </a:xfrm>
          <a:prstGeom prst="line">
            <a:avLst/>
          </a:prstGeom>
          <a:noFill/>
          <a:ln w="50800">
            <a:solidFill>
              <a:srgbClr val="D6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2176272"/>
            <a:ext cx="2057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Dangerous deserialization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Path traversal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Insecure dependencies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0" cy="4389120"/>
          </a:xfrm>
          <a:prstGeom prst="line">
            <a:avLst/>
          </a:prstGeom>
          <a:noFill/>
          <a:ln w="15240">
            <a:solidFill>
              <a:srgbClr val="CBD3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4A47A"/>
                </a:solidFill>
              </a:rPr>
              <a:t>183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449056" y="2121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536"/>
                </a:solidFill>
              </a:rPr>
              <a:t>automated tests passing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28529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867C0"/>
                </a:solidFill>
              </a:rPr>
              <a:t>EN  /  ES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8449056" y="3401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536"/>
                </a:solidFill>
              </a:rPr>
              <a:t>UI, CLI, API, and findings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4206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252A3"/>
                </a:solidFill>
              </a:rPr>
              <a:t>Installable package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449056" y="470916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52536"/>
                </a:solidFill>
              </a:rPr>
              <a:t>CLI and web entry points verified in the built wheel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76656" y="5074920"/>
            <a:ext cx="1133856" cy="347472"/>
          </a:xfrm>
          <a:prstGeom prst="roundRect">
            <a:avLst>
              <a:gd name="adj" fmla="val 21053"/>
            </a:avLst>
          </a:prstGeom>
          <a:solidFill>
            <a:srgbClr val="E8F2FD"/>
          </a:solidFill>
          <a:ln w="12700">
            <a:solidFill>
              <a:srgbClr val="E8F2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13892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6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938528" y="5074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8F2FD"/>
          </a:solidFill>
          <a:ln w="12700">
            <a:solidFill>
              <a:srgbClr val="E8F2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513892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6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93008" y="5074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8F2FD"/>
          </a:solidFill>
          <a:ln w="12700">
            <a:solidFill>
              <a:srgbClr val="E8F2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513892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6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47488" y="5074920"/>
            <a:ext cx="1755648" cy="347472"/>
          </a:xfrm>
          <a:prstGeom prst="roundRect">
            <a:avLst>
              <a:gd name="adj" fmla="val 21053"/>
            </a:avLst>
          </a:prstGeom>
          <a:solidFill>
            <a:srgbClr val="E8F2FD"/>
          </a:solidFill>
          <a:ln w="12700">
            <a:solidFill>
              <a:srgbClr val="E8F2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513892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6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requirements.txt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0296" y="5074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8F2FD"/>
          </a:solidFill>
          <a:ln w="12700">
            <a:solidFill>
              <a:srgbClr val="E8F2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3448" y="513892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67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package.json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5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Bob prototype to shareable repository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Bob built the product foundation. Codex completed the architecture and release-quality pass</a:t>
            </a:r>
            <a:endParaRPr lang="en-US" sz="1300" dirty="0"/>
          </a:p>
        </p:txBody>
      </p:sp>
      <p:pic>
        <p:nvPicPr>
          <p:cNvPr id="4" name="Image 0" descr="C:\Users\20032\OneDrive\Escritorio\Nueva carpeta (2)\code-review-coach\Bob-sessions\Captura de pantalla 2026-09-26 173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4983480" cy="3465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417320"/>
            <a:ext cx="4983480" cy="3465576"/>
          </a:xfrm>
          <a:prstGeom prst="rect">
            <a:avLst/>
          </a:prstGeom>
          <a:solidFill>
            <a:srgbClr val="0E2036">
              <a:alpha val="14000"/>
            </a:srgbClr>
          </a:solidFill>
          <a:ln w="12700">
            <a:solidFill>
              <a:srgbClr val="8999A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51023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67C0"/>
                </a:solidFill>
              </a:rPr>
              <a:t>IBM Bob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755648" y="508406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536"/>
                </a:solidFill>
              </a:rPr>
              <a:t>Core analyzer, web experience, Spanish support, demos, and initial tests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108192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A47A"/>
                </a:solidFill>
              </a:rPr>
              <a:t>Codex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144768" y="2011680"/>
            <a:ext cx="502920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52536"/>
                </a:solidFill>
              </a:rPr>
              <a:t>Packaged the CLI, web app, demos, and UI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52536"/>
                </a:solidFill>
              </a:rPr>
              <a:t>Added hunk-aware parsing and isolated context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52536"/>
                </a:solidFill>
              </a:rPr>
              <a:t>Introduced the typed rule registry and category catalog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52536"/>
                </a:solidFill>
              </a:rPr>
              <a:t>Expanded verification to 183 tests and checked the wheel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52536"/>
                </a:solidFill>
              </a:rPr>
              <a:t>Committed and pushed the finished repository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108192" y="5239512"/>
            <a:ext cx="5138928" cy="585216"/>
          </a:xfrm>
          <a:prstGeom prst="roundRect">
            <a:avLst>
              <a:gd name="adj" fmla="val 6250"/>
            </a:avLst>
          </a:prstGeom>
          <a:solidFill>
            <a:srgbClr val="0E2036"/>
          </a:solidFill>
          <a:ln w="12700">
            <a:solidFill>
              <a:srgbClr val="0E2036"/>
            </a:solidFill>
            <a:prstDash val="solid"/>
          </a:ln>
        </p:spPr>
      </p:sp>
      <p:sp>
        <p:nvSpPr>
          <p:cNvPr id="11" name="Text 8">
            <a:hlinkClick r:id="rId2" tooltip=""/>
          </p:cNvPr>
          <p:cNvSpPr/>
          <p:nvPr/>
        </p:nvSpPr>
        <p:spPr>
          <a:xfrm>
            <a:off x="6364224" y="5404104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u="sng" dirty="0">
                <a:solidFill>
                  <a:srgbClr val="FFFFFF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github.com/MafiaCut/code-review-coach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IBM Bob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Code Review Coach</dc:title>
  <dc:subject>Three-minute project presentation</dc:subject>
  <dc:creator>Code Review Coach team</dc:creator>
  <cp:lastModifiedBy>Code Review Coach team</cp:lastModifiedBy>
  <cp:revision>1</cp:revision>
  <dcterms:created xsi:type="dcterms:W3CDTF">2026-09-26T21:04:12Z</dcterms:created>
  <dcterms:modified xsi:type="dcterms:W3CDTF">2026-09-26T21:04:12Z</dcterms:modified>
</cp:coreProperties>
</file>